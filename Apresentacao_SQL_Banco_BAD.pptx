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078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DE4A3-FC56-8A5F-D639-EDB7E10C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E525D-A50B-565B-2081-9BECB4E43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2FB88-8BC6-026A-EFB6-635B80E0F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45B7D-E93D-65AF-4A32-BA6609B29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99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com erros:</a:t>
            </a:r>
            <a:endParaRPr lang="pt-BR" sz="3200" noProof="0" dirty="0"/>
          </a:p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quebrado ao funcional</a:t>
            </a:r>
            <a:endParaRPr lang="pt-BR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(T-SQL) · Banco PJ (futebol) · Erros encontrados e corrigidos</a:t>
            </a:r>
            <a:endParaRPr lang="pt-BR" sz="14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Thales</a:t>
            </a:r>
            <a:endParaRPr lang="pt-BR" sz="13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23774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e para que serve o banco</a:t>
            </a:r>
            <a:endParaRPr lang="pt-BR" sz="14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</a:t>
            </a:r>
            <a:endParaRPr lang="pt-BR" sz="13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834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Jogador e Clube</a:t>
            </a:r>
            <a:endParaRPr lang="pt-BR" sz="14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pt-BR" sz="13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291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 e tabela Estadio</a:t>
            </a:r>
            <a:endParaRPr lang="pt-BR" sz="14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pt-BR" sz="13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749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 e relação entre as tabelas</a:t>
            </a:r>
            <a:endParaRPr lang="pt-BR" sz="1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2062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Campeonato, banco funcionando e conclusão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 o banco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Thales</a:t>
            </a:r>
            <a:endParaRPr lang="pt-BR" sz="1300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505647"/>
              </p:ext>
            </p:extLst>
          </p:nvPr>
        </p:nvGraphicFramePr>
        <p:xfrm>
          <a:off x="457200" y="1097280"/>
          <a:ext cx="493776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guarda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Campeonato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competições (times, rodadas, rebaixados)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Clube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times (nome, fundação, estádio)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Estadio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locais dos jogos (cidade, capacidade)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Jogador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atletas (camisa, altura, pé preferido)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Partida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jogo (data, árbitro, gols)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conectam</a:t>
            </a:r>
            <a:endParaRPr lang="pt-BR" sz="1500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5087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campeonato tem vários clubes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clube tem um estádio e vários jogadores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partida liga dois clubes dentro de um campeonato</a:t>
            </a:r>
            <a:endParaRPr lang="pt-BR" sz="15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do Brasileirão: Série A e Série B</a:t>
            </a:r>
            <a:endParaRPr lang="pt-BR" sz="15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Jogador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</a:t>
            </a:r>
            <a:endParaRPr lang="pt-BR" sz="1300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889653"/>
              </p:ext>
            </p:extLst>
          </p:nvPr>
        </p:nvGraphicFramePr>
        <p:xfrm>
          <a:off x="457200" y="1051560"/>
          <a:ext cx="8229600" cy="35783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--CREATE DATABASE PJ;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DATABASE PJ;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Criação do banco estava comentada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 TABLE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de digitação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PRIMARY KEY IDENTITY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tipo, (1,1) e a vírgula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não fechado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VARCHAR((10)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VARCHAR(10)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sobrando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  (sem ponto e vírgula)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);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 não terminado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entre os comandos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Clube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</a:t>
            </a:r>
            <a:endParaRPr lang="pt-BR" sz="1300" noProof="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458973"/>
              </p:ext>
            </p:extLst>
          </p:nvPr>
        </p:nvGraphicFramePr>
        <p:xfrm>
          <a:off x="457200" y="1051560"/>
          <a:ext cx="8229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TALE (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Clube (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escrito errado e sem nome da tabela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IDENTITY,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Faltavam KEY e o (1,1)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VARCHAR('20')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no tamanho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o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 solta: nome de coluna com espaço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VARCHAR(20000000000000000000000000000000000000000000)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VARCHAR(30)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absurdo (máx. 8000 ou MAX)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tabela guarda os </a:t>
            </a:r>
            <a:r>
              <a:rPr lang="pt-BR" sz="1300" i="1" noProof="0" dirty="0" err="1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</a:t>
            </a: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Campeonato, Estadio e Afiliado.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IdJogador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PRIMARY KEY IDENTITY(1,1)</a:t>
            </a:r>
            <a:endParaRPr lang="pt-BR" sz="12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(chave primária)</a:t>
            </a:r>
            <a:endParaRPr lang="pt-BR" sz="15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cada linha de forma única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pode repetir nem ficar vazia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duas palavras juntas: PRIMARY KEY</a:t>
            </a:r>
            <a:endParaRPr lang="pt-BR" sz="15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IDENTITY(1,1) (autoincremento)</a:t>
            </a:r>
            <a:endParaRPr lang="pt-BR" sz="15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SQL Server gera o valor sozinho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1: valor inicial. Segundo 1: de quanto em quanto aumenta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Sequência: 1, 2, 3...</a:t>
            </a:r>
            <a:endParaRPr lang="pt-BR" sz="15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deixa a coluna aceitar vazio. -- comenta o resto da linha.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Estadio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pt-BR" sz="1300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603424"/>
              </p:ext>
            </p:extLst>
          </p:nvPr>
        </p:nvGraphicFramePr>
        <p:xfrm>
          <a:off x="457200" y="105156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KEY IDENTITY,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PRIMARY e o (1,1)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VARCHAR(-60)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VARCHAR(60)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negativo não existe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004378" y="4686300"/>
            <a:ext cx="208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do script no SQL</a:t>
            </a:r>
          </a:p>
          <a:p>
            <a:pPr marL="0" indent="0">
              <a:buNone/>
            </a:pPr>
            <a:endParaRPr lang="pt-BR" sz="1300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5F6FB45-0412-6CBE-C70D-9F40368EFBB5}"/>
              </a:ext>
            </a:extLst>
          </p:cNvPr>
          <p:cNvSpPr txBox="1"/>
          <p:nvPr/>
        </p:nvSpPr>
        <p:spPr>
          <a:xfrm>
            <a:off x="2560883" y="2863700"/>
            <a:ext cx="3344450" cy="1683560"/>
          </a:xfrm>
          <a:prstGeom prst="rect">
            <a:avLst/>
          </a:prstGeom>
          <a:solidFill>
            <a:srgbClr val="FDECEA"/>
          </a:solidFill>
          <a:ln w="19050">
            <a:solidFill>
              <a:srgbClr val="D9534F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o print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mensagens de erro</a:t>
            </a:r>
            <a:endParaRPr lang="pt-BR" sz="1600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153D0B4-A727-893B-28A2-E9D6ED54C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269" y="2897124"/>
            <a:ext cx="3221695" cy="1650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pt-BR" sz="13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71955"/>
              </p:ext>
            </p:extLst>
          </p:nvPr>
        </p:nvGraphicFramePr>
        <p:xfrm>
          <a:off x="457200" y="105156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Estadio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Partida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repetido: Estadio já existia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CREATE,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no meio da coluna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GolsFora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Coluna duplicada: nome repetido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''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soltas entre os comandos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corrigir o nome, o erro de 'tabela já existe' some.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entre as tabelas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Colunas como </a:t>
            </a:r>
            <a:r>
              <a:rPr lang="pt-BR" sz="1500" noProof="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IdClube</a:t>
            </a: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500" noProof="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IdEstadio</a:t>
            </a: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guardam o Id de outra tabela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FOREIGN KEY garante que esse Id existe na tabela de origem</a:t>
            </a:r>
            <a:endParaRPr lang="pt-BR" sz="15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estrangeira (dentro do CREATE TABLE)</a:t>
            </a:r>
            <a:endParaRPr lang="pt-BR" sz="15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INT,</a:t>
            </a:r>
            <a:endParaRPr lang="pt-BR" sz="1200" noProof="0" dirty="0"/>
          </a:p>
          <a:p>
            <a:pPr marL="0" indent="0">
              <a:buNone/>
            </a:pP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</a:t>
            </a: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FK_Jogador_Clube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FOREIGN KEY (</a:t>
            </a: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REFERENCES Clube(</a:t>
            </a: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2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Conferindo os dados</a:t>
            </a:r>
            <a:endParaRPr lang="pt-BR" sz="15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Clube;</a:t>
            </a:r>
            <a:endParaRPr lang="pt-BR" sz="1200" noProof="0" dirty="0"/>
          </a:p>
          <a:p>
            <a:pPr marL="0" indent="0">
              <a:buNone/>
            </a:pP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Partida;</a:t>
            </a:r>
            <a:endParaRPr lang="pt-BR" sz="1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Auto-relações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IdAfiliado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(clube parceiro) e </a:t>
            </a: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IdSuperior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IdInferior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(divisões)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536630"/>
              </p:ext>
            </p:extLst>
          </p:nvPr>
        </p:nvGraphicFramePr>
        <p:xfrm>
          <a:off x="457200" y="1051560"/>
          <a:ext cx="8229600" cy="2331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IDENTITY; Partida e Clube usam esse ID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INT(8;),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possui tamanho fixo e não recebe tamanho -&gt; erro de sintaxe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escrito duas vezes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E0E2F0EB-470C-C75A-D055-4CD83A614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639" y="3453099"/>
            <a:ext cx="3125350" cy="1535472"/>
          </a:xfrm>
          <a:prstGeom prst="rect">
            <a:avLst/>
          </a:prstGeom>
          <a:ln w="15875">
            <a:solidFill>
              <a:srgbClr val="7030A0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A9ADABB-8F6A-1743-C602-05D49428C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00" y="3834729"/>
            <a:ext cx="3496163" cy="514422"/>
          </a:xfrm>
          <a:prstGeom prst="rect">
            <a:avLst/>
          </a:prstGeom>
          <a:ln w="15875">
            <a:solidFill>
              <a:srgbClr val="7030A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e depois no SQL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script original</a:t>
            </a:r>
            <a:endParaRPr lang="pt-BR" sz="15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886403" y="79195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Depois: script corrigido</a:t>
            </a:r>
            <a:endParaRPr lang="pt-BR" sz="15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32148" y="1143000"/>
            <a:ext cx="3931920" cy="3629416"/>
          </a:xfrm>
          <a:prstGeom prst="rect">
            <a:avLst/>
          </a:prstGeom>
          <a:solidFill>
            <a:srgbClr val="FDECEA"/>
          </a:solidFill>
          <a:ln w="19050">
            <a:solidFill>
              <a:srgbClr val="D9534F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o print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mensagens de erro</a:t>
            </a:r>
            <a:endParaRPr lang="pt-BR" sz="16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143000"/>
            <a:ext cx="4132336" cy="3629416"/>
          </a:xfrm>
          <a:prstGeom prst="rect">
            <a:avLst/>
          </a:prstGeom>
          <a:solidFill>
            <a:srgbClr val="E8F5E9"/>
          </a:solidFill>
          <a:ln w="19050">
            <a:solidFill>
              <a:srgbClr val="3C9A5F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o print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script rodando sem erro</a:t>
            </a:r>
            <a:endParaRPr lang="pt-BR" sz="1600" noProof="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F551E9F-04B4-3998-C3E2-311569624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038" y="1201246"/>
            <a:ext cx="4045144" cy="123496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BE05BC8-BACA-FD26-0928-AC20E714F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79" y="2494458"/>
            <a:ext cx="4045144" cy="227795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704D323-907B-2ED9-3C6B-5316E4ACA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78559"/>
            <a:ext cx="3832964" cy="2796306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E858345-6D13-BF38-A704-3A12371DB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39" y="4043052"/>
            <a:ext cx="2888653" cy="661177"/>
          </a:xfrm>
          <a:prstGeom prst="rect">
            <a:avLst/>
          </a:prstGeom>
          <a:ln>
            <a:solidFill>
              <a:srgbClr val="C00000"/>
            </a:solidFill>
          </a:ln>
          <a:effectLst>
            <a:softEdge rad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funcionando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executamos</a:t>
            </a:r>
            <a:endParaRPr lang="pt-BR" sz="15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o SQL Server Management Studio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 Banco e executar (F5)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PJ é criado do zero (CREATE DATABASE)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5 tabelas são criadas já com as chaves estrangeiras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Usamos </a:t>
            </a:r>
            <a:r>
              <a:rPr lang="pt-BR" sz="1400" noProof="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</a:t>
            </a: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teste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os valores com os SELECT no final do arquivo</a:t>
            </a:r>
            <a:endParaRPr lang="pt-BR" sz="14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5 tabelas, chaves estrangeiras e dados de teste.</a:t>
            </a:r>
            <a:endParaRPr lang="pt-BR" sz="1500" noProof="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71C59DF-4FE5-B3F2-D378-E3D8DC10A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28" y="1773296"/>
            <a:ext cx="3286584" cy="1254328"/>
          </a:xfrm>
          <a:prstGeom prst="rect">
            <a:avLst/>
          </a:prstGeom>
          <a:noFill/>
          <a:ln w="15875" cap="rnd">
            <a:solidFill>
              <a:srgbClr val="7030A0"/>
            </a:solidFill>
          </a:ln>
          <a:effectLst>
            <a:softEdge rad="127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613B2-C8C3-215B-BF1C-ACC4C3F1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7E4267-2D45-5080-17DD-29503CABF50D}"/>
              </a:ext>
            </a:extLst>
          </p:cNvPr>
          <p:cNvSpPr txBox="1"/>
          <p:nvPr/>
        </p:nvSpPr>
        <p:spPr>
          <a:xfrm>
            <a:off x="1726087" y="1879947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Muito Obrigado pela atenção!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418436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818</Words>
  <Application>Microsoft Office PowerPoint</Application>
  <PresentationFormat>Apresentação na tela (16:9)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vinicin</cp:lastModifiedBy>
  <cp:revision>33</cp:revision>
  <dcterms:created xsi:type="dcterms:W3CDTF">2026-10-06T13:52:14Z</dcterms:created>
  <dcterms:modified xsi:type="dcterms:W3CDTF">2026-10-27T15:52:17Z</dcterms:modified>
</cp:coreProperties>
</file>